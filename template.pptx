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105B-94A0-260E-5423-6817DE43C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925445"/>
            <a:ext cx="5551170" cy="1325563"/>
          </a:xfrm>
        </p:spPr>
        <p:txBody>
          <a:bodyPr/>
          <a:lstStyle>
            <a:lvl1pPr algn="ctr">
              <a:defRPr sz="45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1A2D915-D01C-3A52-89EE-0EB4C38A73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3650" y="0"/>
            <a:ext cx="584835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05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CC4A-9B99-5C3F-8296-CFA48D3E9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A0BDD-B444-459E-EFEF-34EFECD59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B5F66-5F3F-1236-0CBC-4E155D85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E69A9-5A90-D652-AFE7-9F1572C1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40E12-6AD1-52B3-102D-522BC9B8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7F3F-116B-7DF9-E8FF-CA57DC97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7A74-9C21-2D82-4828-23C64DCC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A7426-7BB6-FBD7-5238-C590EA40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A8F84-B1BC-2AC8-B23A-9679AC7E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30634-CF47-38E3-6067-DCD811C0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C279-9011-23B9-4581-BFDB662F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BAEE-B375-9B3F-5A1B-FDE57CEB8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8F46-1833-E4A8-8F29-5329147A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1D51A-03E9-7513-9261-ECB64298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291C3-79AB-41C1-7A58-4DE52C75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0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9B37-5357-F863-BA07-80DA1028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D291-6A51-C2D2-64AD-64B070D3E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63F3B-B66C-E501-F7FF-E7CD1B93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310CA-6502-4255-BAAE-4648C27A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B7535-F3A3-3001-794B-BE9EE4E3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29556-F4A2-41D1-F7E9-88E45464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2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0D77-AB56-E064-A1D6-C018D864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4B1A6-5323-106A-BEA4-CDDC81C9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6568C-CB16-4C6A-1263-94763BEDB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81C78-E05F-8D1B-3768-96C00D4AC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834EB-F359-F9D8-A079-3CF9FCD22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9AB6C-3B15-AB80-3240-5345BEBC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B762C-3B14-DE2C-1B85-AF39D74A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91F29-3FAC-DF3F-84B2-AF950434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3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12A6-FF8A-05F7-ECB4-2AF84512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762AD-AE24-47CC-4B47-D323D11C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A346-6F2E-D48E-FA96-C0BD9472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D3CE8-3459-D008-5280-15F9C584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1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1547A-5D33-030B-95B9-1DB7B075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37D91-F11B-9544-0005-69940AFA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15075-230C-FDB9-F609-7D9CDCE2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4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0F0D-8A8A-9D22-E16B-9016204F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0F2A-9F83-A754-4DF5-12033AC1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077F2-E5E8-38C7-267E-F76ACCD15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74B3E-7445-8347-F24C-AB854C0A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7D4D1-4245-8915-43A2-0B47B734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24C08-DA27-553B-4D2B-DE4BEDF5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5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A335-F6D2-E828-B1EE-EEB1EDC1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EDB977-4292-7D29-E727-3787F4840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F791E-BB3E-E23C-2CE8-449E0CB9A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0A8A0-D620-8CBA-6662-65FF9B56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5F6D4-1D25-5AA5-7721-8DDD915B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E0D07-91B1-22C2-BF2A-A2E2B620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7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03C2-D69F-8771-05C0-905CE5CC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D0F13-8401-132A-8D8D-4ED2F92FF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BB18-2312-11A1-1810-3F86B6C6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17C51-660A-1F83-32B0-8907654B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ECCBD-70AD-C427-0890-0B01D3AF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22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4D3A19-3F82-2F69-7D73-0663591FB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B8A99-AFA0-AB36-DC30-60AB8B0BB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E320-5E38-D605-D2A0-5800ED9D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F9262-4E47-4CBF-4422-E87B9636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29BF9-2198-F5B7-7C77-8BF5AB15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2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95B99-7F20-4F06-31F4-F0349640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D95FB-60F3-F0CD-7C36-0C72EDFC2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9B8E1-886D-13E6-1121-B52E8EE78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37F6E-61B8-475A-9DF3-3AC00245DF0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77C9B-333A-09AC-F796-27E744B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7EB2F-8CAC-223F-7D8B-0356B4811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5E0B8-6DB4-434A-9D17-3C272941A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6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219548-79BB-04DE-B0E5-D37CC9A32654}"/>
              </a:ext>
            </a:extLst>
          </p:cNvPr>
          <p:cNvSpPr/>
          <p:nvPr/>
        </p:nvSpPr>
        <p:spPr>
          <a:xfrm>
            <a:off x="0" y="0"/>
            <a:ext cx="64312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4000" dirty="0"/>
              <a:t>Spring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6E6EB-16FD-51D8-1910-FF9CBBB8E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756" y="1432560"/>
            <a:ext cx="5541818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Welcome to NHS Induction!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7C1ACC7-61DD-7D81-A08D-26F42CECC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821" y="414339"/>
            <a:ext cx="4955423" cy="619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83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Welcome to NHS Induction!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Shuchir Jain</dc:creator>
  <cp:lastModifiedBy>Shuchir Jain</cp:lastModifiedBy>
  <cp:revision>4</cp:revision>
  <dcterms:created xsi:type="dcterms:W3CDTF">2026-04-13T22:13:17Z</dcterms:created>
  <dcterms:modified xsi:type="dcterms:W3CDTF">2026-04-15T20:46:37Z</dcterms:modified>
</cp:coreProperties>
</file>